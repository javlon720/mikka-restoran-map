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【発表原稿（スライド1）】[N3・ます形]</a:t>
            </a:r>
          </a:p>
          <a:p>
            <a:r>
              <a:t>はじめまして。アブドゥラエフ・ジャブロンと申します。本日は私の自己紹介をさせていただきます。</a:t>
            </a:r>
          </a:p>
          <a:p>
            <a:r>
              <a:t>どうぞよろしくお願いいたします。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【発表原稿（スライド2）】[N3・ます形]</a:t>
            </a:r>
          </a:p>
          <a:p>
            <a:r>
              <a:t>本日の目的は、面接で自然に自己紹介ができるようになること、精度高く相手に自分のことを正しく伝えることです。</a:t>
            </a:r>
          </a:p>
          <a:p>
            <a:r>
              <a:t>30秒から45秒程度で簡潔に話せるように練習を重ねてきました。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【発表原稿（スライド3）】[N3・ます形]</a:t>
            </a:r>
          </a:p>
          <a:p>
            <a:r>
              <a:t>私の名前はジャブロン・アブドゥラエフです。年齢は23歳で、2003年9月18日生まれです。</a:t>
            </a:r>
          </a:p>
          <a:p>
            <a:r>
              <a:t>現在はJDU大学のコンピューター工学科の5年生で、2026年に卒業する予定です。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【発表原稿（スライド4）】[N3・ます形]</a:t>
            </a:r>
          </a:p>
          <a:p>
            <a:r>
              <a:t>大学では、複数のプログラミング言語の学習、データベースの基礎と設計、ネットワークの仕組み、およびWeb開発とバックエンド開発の基本について学んできました。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【発表原稿（スライド5）】[N3・ます形]</a:t>
            </a:r>
          </a:p>
          <a:p>
            <a:r>
              <a:t>私は特にバックエンド開発に興味があります。サーバーの仕組みやデータ処理の流れを理解し、セキュリティについても学びながら、実践的なスキルを身につけることが目標です。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【発表原稿（スライド6）】[N3・ます形]</a:t>
            </a:r>
          </a:p>
          <a:p>
            <a:r>
              <a:t>自分でアプリケーションやサービスを一から開発したいと思ったことがきっかけです。</a:t>
            </a:r>
          </a:p>
          <a:p>
            <a:r>
              <a:t>IT技術を使って身の回りの問題を解決できる点に強い魅力を感じ、技術で社会に貢献したいと考えています。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【発表原稿（スライド7）】[N3・ます形]</a:t>
            </a:r>
          </a:p>
          <a:p>
            <a:r>
              <a:t>最近は、特にJWT認証などのセキュリティ技術や、データベースの設計方法について深く勉強しています。</a:t>
            </a:r>
          </a:p>
          <a:p>
            <a:r>
              <a:t>大学の授業以外でも、自分で調べて学習を進めています。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【発表原稿（スライド8）】[N3・ます形]</a:t>
            </a:r>
          </a:p>
          <a:p>
            <a:r>
              <a:t>私が大切にしていることは、分からないことをそのままにせず、必ず理解するまで調べることです。</a:t>
            </a:r>
          </a:p>
          <a:p>
            <a:r>
              <a:t>また、チームで活動するときはコミュニケーションと協力を最も重視しています。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【発表原稿（スライド9）】[N3・ます形]</a:t>
            </a:r>
          </a:p>
          <a:p>
            <a:r>
              <a:t>面接官の皆様には、『前向きで努力を続ける人』という印象を持っていただきたいです。</a:t>
            </a:r>
          </a:p>
          <a:p>
            <a:r>
              <a:t>新しいことを学ぶのが好きで、チャレンジ精神を持ち、最後まで諦めずに取り組みます。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【発表原稿（スライド10）】[N3・ます形]</a:t>
            </a:r>
          </a:p>
          <a:p>
            <a:r>
              <a:t>本日は自己紹介の時間をいただき、本当にありがとうございました。</a:t>
            </a:r>
          </a:p>
          <a:p>
            <a:r>
              <a:t>皆様の前でお話しできて嬉しいです。これからも努力を続けて成長していきます。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【発表原稿（スライド11）】[N3・ます形]</a:t>
            </a:r>
          </a:p>
          <a:p>
            <a:r>
              <a:t>私の本名はジャブロンベク・アブドゥラエフ・シュフラトオグリです。</a:t>
            </a:r>
          </a:p>
          <a:p>
            <a:r>
              <a:t>22歳で、生年月日は2003年9月18日です。Japan Digital Universityの5年生です。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【発表原稿（スライド12）】[N3・ます形]</a:t>
            </a:r>
          </a:p>
          <a:p>
            <a:r>
              <a:t>大学で主に学習している内容は、プログラミング、データベース、ネットワーク、そしてWeb開発とバックエンドの基礎技術です。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【発表原稿（スライド13）】[N3・ます形]</a:t>
            </a:r>
          </a:p>
          <a:p>
            <a:r>
              <a:t>私の興味のある分野は、バックエンド開発、サーバーの仕組み、そして大量のデータ処理の流れについてです。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【発表原稿（スライド14）】[N3・ます形]</a:t>
            </a:r>
          </a:p>
          <a:p>
            <a:r>
              <a:t>自分で新しいサービスやアプリケーションを開発し、ITの力で社会の様々な問題を解決できることに魅力を感じたため、ITに興味を持ちました。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【発表原稿（スライド15）】[N3・ます形]</a:t>
            </a:r>
          </a:p>
          <a:p>
            <a:r>
              <a:t>最近は、JWTを使ったセキュリティや、より複雑なデータベースの設計・活用方法について自主的に学習を進めています。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【発表原稿（スライド16）】[N3・ます形]</a:t>
            </a:r>
          </a:p>
          <a:p>
            <a:r>
              <a:t>学ぶときに大切にしていることは、疑問点を放置せず最後まで調べること、端的にチームで活動する際はコミュニケーションを取り、協力し合うことです。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【発表原稿（スライド17）】[N3・ます形]</a:t>
            </a:r>
          </a:p>
          <a:p>
            <a:r>
              <a:t>面接官の皆様に最初に知っていただきたい私の印象は、『前向きで努力を続ける人』です。</a:t>
            </a:r>
          </a:p>
          <a:p>
            <a:r>
              <a:t>新しいことを学ぶ楽しさを知り、諦めずにやり遂げる姿勢を持っています。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【発表原稿（スライド18）】[N3・ます形]</a:t>
            </a:r>
          </a:p>
          <a:p>
            <a:r>
              <a:t>お忙しい中、貴重なお時間をいただき本当にありがとうございました。メールアドレスは記載の通りです。</a:t>
            </a:r>
          </a:p>
          <a:p>
            <a:r>
              <a:t>どうぞよろしくお願いいたします。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64008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645920"/>
            <a:ext cx="566928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自己紹介 (Self-Introduction)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  <a:latin typeface="MS Gothic"/>
              </a:defRPr>
            </a:pPr>
            <a:r>
              <a:t>氏名: ジャブロン・アブドゥラエフ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  <a:latin typeface="MS Gothic"/>
              </a:defRPr>
            </a:pPr>
            <a:r>
              <a:t>所属: Japan Digital University (JDU) / コンピューター工学科</a:t>
            </a:r>
          </a:p>
          <a:p>
            <a:pPr>
              <a:spcBef>
                <a:spcPts val="1200"/>
              </a:spcBef>
              <a:defRPr sz="1400" b="1">
                <a:solidFill>
                  <a:srgbClr val="0F172A"/>
                </a:solidFill>
                <a:latin typeface="MS Gothic"/>
              </a:defRPr>
            </a:pPr>
            <a:r>
              <a:t>日付: 2026年6月30日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8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554480"/>
            <a:ext cx="31089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本日の目的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面接で自然に自己紹介ができるようになること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相手に自分のことを正しく伝えること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30秒〜45秒で話す練習をすること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自己紹介①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名前・年齢・所属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名前: ジャブロン・アブドゥラエフ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年齢: 23歳（2003年9月18日生まれ）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所属: JDU大学 コンピューター工学科 5年生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卒業予定: 2026年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自己紹介②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大学で学んでいること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プログラミング（複数の言語を学習中）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データベースの基礎と設計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ネットワークの仕組み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Web開発とバックエンド開発の基本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興味のある分野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バックエンド開発に特に興味がある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サーバーの仕組みやデータ処理の流れを理解したい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セキュリティについても学びたい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実践的なスキルを身につけることが目標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ITを始めたきっかけ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開発への情熱と社会貢献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自分でアプリケーションやサービスを開発したいという想い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IT技術を使って問題を解決できることに魅力を感じた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技術で社会に貢献したいと考えている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新しいことを学ぶことが好き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最近勉強していること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セキュリティとデータベース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セキュリティについて（JWT認証など）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データベースの設計と活用方法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バックエンド技術の深い理解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授業以外でも自分で調べて学習している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大切にしていること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継続的な学習とチームワーク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わからないことをそのままにせず、必ず理解するまで調べる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チームで活動するときはコミュニケーションを大切にしている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相手の意見を聞き、協力することを重視している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継続的に学習し、成長することを心がけている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面接で伝えたい印象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「前向きで努力を続ける人」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新しいことを学ぶことが好きで、チャレンジ精神がある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最後まであきらめずに取り組む姿勢を大切にしている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相手と協力して、一緒に成長したいと考えている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感謝と今後の展望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本日は自己紹介の時間をいただき、ありがとうございました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皆様の前で自分のことをお話しできて、とても嬉しいです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これからも努力を続けて、成長していきたいと思っています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プロフィール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64008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645920"/>
            <a:ext cx="566928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詳細な自己紹介</a:t>
            </a:r>
          </a:p>
          <a:p>
            <a:pPr>
              <a:spcBef>
                <a:spcPts val="1200"/>
              </a:spcBef>
              <a:defRPr sz="1400" b="0">
                <a:solidFill>
                  <a:srgbClr val="0F172A"/>
                </a:solidFill>
                <a:latin typeface="MS Gothic"/>
              </a:defRPr>
            </a:pPr>
            <a:r>
              <a:t>• 名前: ジャブロンベク・アブドゥラエフ・シュフラトオグリ</a:t>
            </a:r>
          </a:p>
          <a:p>
            <a:pPr>
              <a:spcBef>
                <a:spcPts val="1200"/>
              </a:spcBef>
              <a:defRPr sz="1400" b="0">
                <a:solidFill>
                  <a:srgbClr val="0F172A"/>
                </a:solidFill>
                <a:latin typeface="MS Gothic"/>
              </a:defRPr>
            </a:pPr>
            <a:r>
              <a:t>• 年齢: 22歳 (生年月日: 2003年9月18日)</a:t>
            </a:r>
          </a:p>
          <a:p>
            <a:pPr>
              <a:spcBef>
                <a:spcPts val="1200"/>
              </a:spcBef>
              <a:defRPr sz="1400" b="0">
                <a:solidFill>
                  <a:srgbClr val="0F172A"/>
                </a:solidFill>
                <a:latin typeface="MS Gothic"/>
              </a:defRPr>
            </a:pPr>
            <a:r>
              <a:t>• 所属: Japan Digital University 5年生 (卒業予定)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371600"/>
            <a:ext cx="3474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8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554480"/>
            <a:ext cx="31089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学習内容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大学での主な専門分野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プログラミング言語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データベース設計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ネットワーク構築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Web開発とバックエンド基礎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興味分野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特に関心のあるIT技術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バックエンド開発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サーバーの仕組み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データ処理の流れ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ITに興味を持ったきっかけ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開発への興味と問題解決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自分でサービスやアプリケーションを開発したい想い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IT技術を使って問題を解決できる点に魅力を感じた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最近の学習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自律的な技術学習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セキュリティについて (JWT)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データベースの設計・活用方法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学ぶときに大切にしていること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探究心と協調性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分からないことをそのままにせず、必ず理解するまで調べる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チームで活動するときは、コミュニケーションと協力を大切にする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面接で最初に知っていただきたい印象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「前向きで努力を続ける人」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新しいことを学ぶことが好き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最後まであきらめずに取り組む姿勢を大切にしている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800" b="1">
                <a:solidFill>
                  <a:srgbClr val="1D4ED8"/>
                </a:solidFill>
                <a:latin typeface="MS Gothic"/>
              </a:defRPr>
            </a:pPr>
            <a:r>
              <a:t>ご清聴ありがとうございました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MS Gothic"/>
              </a:defRPr>
            </a:pPr>
            <a:r>
              <a:t>Thank you for your time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お忙しい中、貴重なお時間をいただきありがとうございました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ジャブロンベク・アブドゥラエフ・シュフラトオグリ</a:t>
            </a:r>
          </a:p>
          <a:p>
            <a:pPr>
              <a:spcBef>
                <a:spcPts val="1200"/>
              </a:spcBef>
              <a:defRPr sz="1500" b="0">
                <a:solidFill>
                  <a:srgbClr val="0F172A"/>
                </a:solidFill>
                <a:latin typeface="MS Gothic"/>
              </a:defRPr>
            </a:pPr>
            <a:r>
              <a:t>• Email: abdullayevjavlon720@gmail.com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